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686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TRIALGUARD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trial operations, built for the work between the events.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5943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decide.      AI assists.      Humans approve.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55264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 reliable bridge between clinical evidence, operational follow-up,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human decision-making.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5943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33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UNPROMPTABLES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171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PANIMALAR ENGINEERING COLLEGE   ·   COMPUTER SCIENCE &amp; ENGINEERING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91456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b="1" spc="8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DAVID MOSES S   ·   MONICA 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b="1" spc="8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MURALIDHARAN I   ·   NANDHINI 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5623560"/>
            <a:ext cx="274320" cy="274320"/>
          </a:xfrm>
          <a:prstGeom prst="roundRect">
            <a:avLst>
              <a:gd name="adj" fmla="val 83333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5623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demonstration data   ·   Research prototype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868680"/>
            <a:ext cx="4142232" cy="5029200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0376" y="10789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 /   WHO BUILT 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0376" y="1389888"/>
            <a:ext cx="3520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0376" y="15727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580376" y="17739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David Moses 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580376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architecture, backend integration, technical decisions, and end-to-end engineering direction.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0376" y="2514600"/>
            <a:ext cx="3520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0376" y="26334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SUPPORT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834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Muralidharan I.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3118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support, integration, debugging, and cross-component development.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0376" y="3575304"/>
            <a:ext cx="3520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0376" y="3694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3895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Nandhini M.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41788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pipeline, model integration, investigation intelligence, and model evaluation.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0376" y="4636008"/>
            <a:ext cx="3520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0376" y="47548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&amp; PRODUCT DESIGN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580376" y="49560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Monica S.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580376" y="5239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design, user experience, visual system, and frontend presentation.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588752" y="5998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·  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MISSED EVIDENCE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CLOSED-LOOP ACTION.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10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teams don't just need to know what is missing — they need to know what must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 next, who must act, whether it was answered, and when it is actually resolved.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4871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98064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engine owns every clinical verdict. UNKNOWN is a finding, never a gap to fill.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401568"/>
            <a:ext cx="4709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566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87705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assembles evidence and drafts prose. It holds no field capable of a verdict.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480560"/>
            <a:ext cx="4709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645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645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560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external is sent without an approval record. There is no second path.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12848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  /   WHAT ACTUALLY RUNS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2487168"/>
            <a:ext cx="5148072" cy="640080"/>
          </a:xfrm>
          <a:prstGeom prst="roundRect">
            <a:avLst>
              <a:gd name="adj" fmla="val 857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256946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825496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trial data   ·   Evidence + screening   ·   UNKNOWN found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3172968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976872" y="3127248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raised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514807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9672" y="346557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3721608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assembled   ·   AI investigation   ·   Draft written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4069080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976872" y="402336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4279392"/>
            <a:ext cx="514807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9672" y="436168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61772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approves   ·   Gmail / WhatsApp / In-App   ·   Sent + logged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4965192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976872" y="491947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&amp; sent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5175504"/>
            <a:ext cx="5148072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19672" y="525780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19672" y="551383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tracked   ·   New evidence re-screened   ·   Obligation closed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5852160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99846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becomes work — owned, evidenced, approved, tracked, and closed by real evidence.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88752" y="5998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·  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LAYERS. ONE CONTROLLED ACTION.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898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 owns truth.   |   AI investigation drafts.   |   The researcher authorises.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03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0" y="1874520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20208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27685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rules &amp; screening   ·   Obligation lifecycle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by natural key   ·   Priority &amp; routing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2020" y="2816352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7724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3008376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31546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INVESTIGATION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41071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· Qwen3.5:9B   ·   Hosted model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 — the floor   ·   Schema-validated output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2020" y="3950208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77240" y="4471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4142232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42885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DELIVERY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5445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 · Follow-Up Ledger · Timeline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PRIMARY · WhatsApp SECONDARY · In-App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1874520"/>
            <a:ext cx="3410712" cy="1874520"/>
          </a:xfrm>
          <a:prstGeom prst="roundRect">
            <a:avLst>
              <a:gd name="adj" fmla="val 29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57032" y="208483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APPROVAL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58200" y="2450592"/>
            <a:ext cx="2496312" cy="0"/>
          </a:xfrm>
          <a:prstGeom prst="line">
            <a:avLst/>
          </a:prstGeom>
          <a:noFill/>
          <a:ln w="9525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57032" y="2578608"/>
            <a:ext cx="2898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to an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action.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3218688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  ·   Edit   ·   Reject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90104" y="2788920"/>
            <a:ext cx="256032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01000" y="3968496"/>
            <a:ext cx="3410712" cy="1088136"/>
          </a:xfrm>
          <a:prstGeom prst="roundRect">
            <a:avLst>
              <a:gd name="adj" fmla="val 504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8744" y="3968496"/>
            <a:ext cx="29352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mutate clinical state or send an external communication.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669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52669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outbound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08376" y="5266944"/>
            <a:ext cx="1051560" cy="219456"/>
          </a:xfrm>
          <a:prstGeom prst="roundRect">
            <a:avLst>
              <a:gd name="adj" fmla="val 208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08376" y="5266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VERIFIED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52669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Qwen / Ollama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22392" y="5266944"/>
            <a:ext cx="1051560" cy="219456"/>
          </a:xfrm>
          <a:prstGeom prst="roundRect">
            <a:avLst>
              <a:gd name="adj" fmla="val 208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22392" y="5266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VERIFIED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6656832" y="52669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36408" y="5266944"/>
            <a:ext cx="1051560" cy="219456"/>
          </a:xfrm>
          <a:prstGeom prst="roundRect">
            <a:avLst>
              <a:gd name="adj" fmla="val 208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36408" y="5266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VERIFIED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9070848" y="52669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50424" y="5266944"/>
            <a:ext cx="1051560" cy="219456"/>
          </a:xfrm>
          <a:prstGeom prst="roundRect">
            <a:avLst>
              <a:gd name="adj" fmla="val 208333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50424" y="5266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568696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implemented and tested; live delivery depends on Meta Cloud API account configuration.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" y="5852160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99846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truth + AI reasoning + human approval = safe automation.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588752" y="5998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6291072"/>
            <a:ext cx="10634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React/TypeScript  ·  PostgreSQL  ·  SQLAlchemy  ·  Alembic  ·  Ollama  ·  Qwen3.5:9B  ·  Gemini  ·  Gmail API  ·  WhatsApp Cloud API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·   SYSTEM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SYSTEM, END TO END.</a:t>
            </a:r>
            <a:endParaRPr lang="en-US" sz="3200" dirty="0"/>
          </a:p>
        </p:txBody>
      </p:sp>
      <p:pic>
        <p:nvPicPr>
          <p:cNvPr id="4" name="Image 0" descr="/home/claude/deck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762" y="1316736"/>
            <a:ext cx="7657429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852160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99846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 engine, one model abstraction, one delivery abstraction, one store.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88752" y="5998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·   IMPACT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MONITORING TO ACTION.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742432" y="1572768"/>
            <a:ext cx="0" cy="30632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572768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TRIALGUARD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75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06424" y="197510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" y="233172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 missing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88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6883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notices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44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" y="3044952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message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01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" y="3401568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58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" y="375818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/ memory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" y="4114800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1928" y="2066544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92824" y="1975104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detected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1928" y="2359152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92824" y="226771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created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81928" y="2651760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2824" y="256032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identified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81928" y="2944368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2824" y="285292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investigation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81928" y="3236976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2824" y="3145536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1928" y="3529584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92824" y="3438144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81928" y="3822192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92824" y="373075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1928" y="4114800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92824" y="402336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verified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4407408"/>
            <a:ext cx="100584" cy="100584"/>
          </a:xfrm>
          <a:prstGeom prst="roundRect">
            <a:avLst>
              <a:gd name="adj" fmla="val 45454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92824" y="431596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7240" y="4754880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4882896"/>
            <a:ext cx="1951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5029200"/>
            <a:ext cx="1951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77240" y="5394960"/>
            <a:ext cx="1896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scenarios grounded &amp; schema-valid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38298" y="4882896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48026" y="4882896"/>
            <a:ext cx="1951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948026" y="5029200"/>
            <a:ext cx="1951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2948026" y="5394960"/>
            <a:ext cx="1896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responses classified deterministically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09083" y="4882896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18811" y="4882896"/>
            <a:ext cx="1951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118811" y="5029200"/>
            <a:ext cx="1951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5118811" y="5394960"/>
            <a:ext cx="1896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vulnerability found &amp; fixed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79869" y="4882896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289597" y="4882896"/>
            <a:ext cx="1951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289597" y="5029200"/>
            <a:ext cx="1951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289597" y="5394960"/>
            <a:ext cx="1896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after remediation, regression-tested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350654" y="4882896"/>
            <a:ext cx="0" cy="87782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60382" y="4882896"/>
            <a:ext cx="1951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460382" y="5029200"/>
            <a:ext cx="1951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9460382" y="5394960"/>
            <a:ext cx="1896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floor — loop runs with no AI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77240" y="5852160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7240" y="599846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auditable follow-up history — that closes itself only on real evidence.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0588752" y="5998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·   WHY IT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 →  DEPLOYMENT  → 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45559" y="1627632"/>
            <a:ext cx="0" cy="34747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42478" y="1627632"/>
            <a:ext cx="0" cy="34747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3239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10512"/>
            <a:ext cx="32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74159" y="1627632"/>
            <a:ext cx="3239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474159" y="1810512"/>
            <a:ext cx="32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DEPLOYMENT-READY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71078" y="1627632"/>
            <a:ext cx="3239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71078" y="1810512"/>
            <a:ext cx="32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NOT BUILT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331720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249424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follow-up overhead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2505456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 becomes an owned obligation with a clear next action.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044952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2962656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disappears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" y="3218688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 records detection, investigation, approval, message, response, resolution.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" y="3758184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3675888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coordinators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" y="3931920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 the evidence and drafts the action. Humans approve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5528" y="4471416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9848" y="4389120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operational visibility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" y="4645152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queue and population view replace memory, inboxes and spreadsheets.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92447" y="2331720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6767" y="2249424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Provider-agnostic AI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766767" y="2505456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Qwen3.5:9B, hosted Gemini and a deterministic template floor — one abstraction.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92447" y="3044952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66767" y="2962656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Provider-agnostic comms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766767" y="3218688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primary, WhatsApp secondary, In-App — one delivery abstraction.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92447" y="3758184"/>
            <a:ext cx="109728" cy="109728"/>
          </a:xfrm>
          <a:prstGeom prst="roundRect">
            <a:avLst>
              <a:gd name="adj" fmla="val 2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6767" y="3675888"/>
            <a:ext cx="29471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operational core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766767" y="3931920"/>
            <a:ext cx="2855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Supabase. Indexed lifecycle, ledger, inbound, transactional execution.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74159" y="4443984"/>
            <a:ext cx="3239719" cy="603504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74159" y="4443984"/>
            <a:ext cx="32397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spc="3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assists.   Rules decide.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spc="3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71078" y="224942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63686" y="2249424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row-level security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71078" y="263347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463686" y="2633472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inbound response triage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171078" y="30175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63686" y="3017520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communication channels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171078" y="340156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63686" y="3401568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response intelligence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171078" y="378561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463686" y="3785616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/ amendment intelligence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171078" y="416966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463686" y="4169664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trial operations analytics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71078" y="455371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63686" y="4553712"/>
            <a:ext cx="2947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model evaluation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7240" y="5285232"/>
            <a:ext cx="106344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" y="5468112"/>
            <a:ext cx="310896" cy="310896"/>
          </a:xfrm>
          <a:prstGeom prst="roundRect">
            <a:avLst>
              <a:gd name="adj" fmla="val 7352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289304" y="541324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TRIALGUARD DOESN'T JUST DETECT WHAT IS MISSING.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2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CLOSES THE OPERATIONAL LOOP.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10588752" y="5888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TrialGuard</dc:title>
  <dc:subject>PptxGenJS Presentation</dc:subject>
  <dc:creator>Team UNPROMPTABLES</dc:creator>
  <cp:lastModifiedBy>Team UNPROMPTABLES</cp:lastModifiedBy>
  <cp:revision>1</cp:revision>
  <dcterms:created xsi:type="dcterms:W3CDTF">2026-09-07T04:48:45Z</dcterms:created>
  <dcterms:modified xsi:type="dcterms:W3CDTF">2026-09-07T04:48:45Z</dcterms:modified>
</cp:coreProperties>
</file>